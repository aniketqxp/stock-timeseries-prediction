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58BF-5E3A-4811-B791-3537E5F14C31}" type="datetimeFigureOut">
              <a:rPr lang="en-IN" smtClean="0"/>
              <a:t>15-11-2023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1CF65-329B-4FC0-BD81-F7BF02420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2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FEE0-0CD7-45A5-A730-5EC8BDE0D8D9}" type="datetime1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57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DE58-FC96-420A-ACEA-15241A896A4C}" type="datetime1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5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9E9C-B3B6-46FE-A568-B9D577388D42}" type="datetime1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5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A508-102F-45DB-994A-FCDA0CAE14C8}" type="datetime1">
              <a:rPr lang="en-IN" smtClean="0"/>
              <a:t>15-11-2023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2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774E-B8A2-4F5C-B5FA-D785A0C05A2E}" type="datetime1">
              <a:rPr lang="en-IN" smtClean="0"/>
              <a:t>15-11-2023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9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70BE-0155-47E7-8509-A88648CCEC82}" type="datetime1">
              <a:rPr lang="en-IN" smtClean="0"/>
              <a:t>15-11-2023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63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DE71-85FA-4296-BD22-FA3717DCA8E2}" type="datetime1">
              <a:rPr lang="en-IN" smtClean="0"/>
              <a:t>15-11-2023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2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EF0E-D1E3-413E-934B-8549D7D1A21A}" type="datetime1">
              <a:rPr lang="en-IN" smtClean="0"/>
              <a:t>15-11-2023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2768-1913-4B51-9959-F62F8ED684BE}" type="datetime1">
              <a:rPr lang="en-IN" smtClean="0"/>
              <a:t>15-11-2023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53BA-939B-4E91-B3F4-265E71AFADD6}" type="datetime1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65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F933-5EA4-4E01-9CD8-F0B091D3891D}" type="datetime1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4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838B7-DBF2-4351-ADC6-B01D4416F11D}" type="datetime1">
              <a:rPr lang="en-IN" smtClean="0"/>
              <a:t>15-11-2023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1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HP\Documents\s11042-023-16407-5.pdf" TargetMode="External"/><Relationship Id="rId2" Type="http://schemas.openxmlformats.org/officeDocument/2006/relationships/hyperlink" Target="https://doi.org/10.1007/s11042-023-16407-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124194"/>
          </a:xfrm>
        </p:spPr>
        <p:txBody>
          <a:bodyPr/>
          <a:lstStyle/>
          <a:p>
            <a:r>
              <a:rPr lang="en-US" dirty="0" smtClean="0">
                <a:latin typeface="Arial Narrow" panose="020B0606020202030204" pitchFamily="34" charset="0"/>
              </a:rPr>
              <a:t>Project Title:</a:t>
            </a:r>
            <a:br>
              <a:rPr lang="en-US" dirty="0" smtClean="0">
                <a:latin typeface="Arial Narrow" panose="020B0606020202030204" pitchFamily="34" charset="0"/>
              </a:rPr>
            </a:br>
            <a:r>
              <a:rPr lang="en-US" sz="3600" dirty="0" smtClean="0">
                <a:latin typeface="Arial Narrow" panose="020B0606020202030204" pitchFamily="34" charset="0"/>
              </a:rPr>
              <a:t>Domain:</a:t>
            </a:r>
            <a:r>
              <a:rPr lang="en-US" dirty="0" smtClean="0">
                <a:latin typeface="Arial Narrow" panose="020B0606020202030204" pitchFamily="34" charset="0"/>
              </a:rPr>
              <a:t/>
            </a:r>
            <a:br>
              <a:rPr lang="en-US" dirty="0" smtClean="0">
                <a:latin typeface="Arial Narrow" panose="020B0606020202030204" pitchFamily="34" charset="0"/>
              </a:rPr>
            </a:br>
            <a:r>
              <a:rPr lang="en-US" dirty="0" smtClean="0">
                <a:latin typeface="Arial Narrow" panose="020B0606020202030204" pitchFamily="34" charset="0"/>
              </a:rPr>
              <a:t>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9548" y="4921173"/>
            <a:ext cx="10952813" cy="1655762"/>
          </a:xfrm>
        </p:spPr>
        <p:txBody>
          <a:bodyPr/>
          <a:lstStyle/>
          <a:p>
            <a:pPr algn="r"/>
            <a:r>
              <a:rPr lang="en-US" dirty="0" smtClean="0">
                <a:latin typeface="Arial Narrow" panose="020B0606020202030204" pitchFamily="34" charset="0"/>
              </a:rPr>
              <a:t>Register Number:</a:t>
            </a:r>
          </a:p>
          <a:p>
            <a:pPr algn="r"/>
            <a:r>
              <a:rPr lang="en-US" dirty="0" smtClean="0">
                <a:latin typeface="Arial Narrow" panose="020B0606020202030204" pitchFamily="34" charset="0"/>
              </a:rPr>
              <a:t>Name:</a:t>
            </a:r>
          </a:p>
          <a:p>
            <a:pPr algn="r"/>
            <a:r>
              <a:rPr lang="en-US" dirty="0" smtClean="0">
                <a:latin typeface="Arial Narrow" panose="020B0606020202030204" pitchFamily="34" charset="0"/>
              </a:rPr>
              <a:t>Date: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0"/>
            <a:ext cx="7621064" cy="16956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27227" y="1816676"/>
            <a:ext cx="3507698" cy="5846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 Narrow" panose="020B0606020202030204" pitchFamily="34" charset="0"/>
              </a:rPr>
              <a:t>Zeroth Review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9843" y="4781862"/>
            <a:ext cx="4916773" cy="17950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>
                <a:latin typeface="Arial Narrow" panose="020B0606020202030204" pitchFamily="34" charset="0"/>
              </a:rPr>
              <a:t>Course Code: </a:t>
            </a:r>
            <a:r>
              <a:rPr lang="en-US" dirty="0" smtClean="0">
                <a:latin typeface="Arial Narrow" panose="020B0606020202030204" pitchFamily="34" charset="0"/>
              </a:rPr>
              <a:t>CS6510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Course Title:  </a:t>
            </a:r>
            <a:r>
              <a:rPr lang="en-US" smtClean="0">
                <a:latin typeface="Arial Narrow" panose="020B0606020202030204" pitchFamily="34" charset="0"/>
              </a:rPr>
              <a:t>Project 1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 smtClean="0">
                <a:latin typeface="Arial Narrow" panose="020B0606020202030204" pitchFamily="34" charset="0"/>
              </a:rPr>
              <a:t>CS6501 Project I , PGP, ICER, VIT Bangalore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70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528763" algn="l"/>
              </a:tabLst>
            </a:pPr>
            <a:r>
              <a:rPr lang="en-US" b="1" dirty="0" smtClean="0">
                <a:latin typeface="Arial Narrow" panose="020B0606020202030204" pitchFamily="34" charset="0"/>
              </a:rPr>
              <a:t>Problem Statement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0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Dataset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Narrow" panose="020B0606020202030204" pitchFamily="34" charset="0"/>
              </a:rPr>
              <a:t>Source of the Dataset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No. of Observations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Column/Feature Details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Screenshot of the dataset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47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Review of Related Literature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>
                <a:latin typeface="Arial Narrow" panose="020B0606020202030204" pitchFamily="34" charset="0"/>
              </a:rPr>
              <a:t>Base Paper:</a:t>
            </a:r>
          </a:p>
          <a:p>
            <a:r>
              <a:rPr lang="en-US" dirty="0" smtClean="0"/>
              <a:t>Wee, B.F., </a:t>
            </a:r>
            <a:r>
              <a:rPr lang="en-US" dirty="0" err="1" smtClean="0"/>
              <a:t>Sivakumar</a:t>
            </a:r>
            <a:r>
              <a:rPr lang="en-US" dirty="0" smtClean="0"/>
              <a:t>, S., Lim, K.H. </a:t>
            </a:r>
            <a:r>
              <a:rPr lang="en-US" i="1" dirty="0" smtClean="0"/>
              <a:t>et al.</a:t>
            </a:r>
            <a:r>
              <a:rPr lang="en-US" dirty="0" smtClean="0"/>
              <a:t> Diabetes detection based on machine learning and deep learning approaches. </a:t>
            </a:r>
            <a:r>
              <a:rPr lang="en-US" i="1" dirty="0" err="1" smtClean="0"/>
              <a:t>Multimed</a:t>
            </a:r>
            <a:r>
              <a:rPr lang="en-US" i="1" dirty="0" smtClean="0"/>
              <a:t> Tools </a:t>
            </a:r>
            <a:r>
              <a:rPr lang="en-US" i="1" dirty="0" err="1" smtClean="0"/>
              <a:t>Appl</a:t>
            </a:r>
            <a:r>
              <a:rPr lang="en-US" dirty="0" smtClean="0"/>
              <a:t> (2023). </a:t>
            </a:r>
            <a:r>
              <a:rPr lang="en-US" dirty="0" smtClean="0">
                <a:hlinkClick r:id="rId2"/>
              </a:rPr>
              <a:t>https://doi.org/10.1007/s11042-023-16407-5</a:t>
            </a:r>
            <a:endParaRPr lang="en-US" dirty="0" smtClean="0"/>
          </a:p>
          <a:p>
            <a:r>
              <a:rPr lang="en-US" dirty="0" smtClean="0">
                <a:hlinkClick r:id="rId3" action="ppaction://hlinkfile"/>
              </a:rPr>
              <a:t>Link to </a:t>
            </a:r>
            <a:r>
              <a:rPr lang="en-US" dirty="0" smtClean="0">
                <a:hlinkClick r:id="rId3" action="ppaction://hlinkfile"/>
              </a:rPr>
              <a:t>Paper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[Modify based on your research base paper]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latin typeface="Arial Narrow" panose="020B0606020202030204" pitchFamily="34" charset="0"/>
              </a:rPr>
              <a:t>Paper </a:t>
            </a:r>
            <a:r>
              <a:rPr lang="en-US" b="1" dirty="0" smtClean="0">
                <a:latin typeface="Arial Narrow" panose="020B0606020202030204" pitchFamily="34" charset="0"/>
              </a:rPr>
              <a:t>I: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APA Format – Link to Full </a:t>
            </a:r>
            <a:r>
              <a:rPr lang="en-US" dirty="0" smtClean="0">
                <a:latin typeface="Arial Narrow" panose="020B0606020202030204" pitchFamily="34" charset="0"/>
              </a:rPr>
              <a:t>Paper </a:t>
            </a:r>
            <a:r>
              <a:rPr lang="en-US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[based on the example format specified for base paper you need to provide for others your review journal articles details]</a:t>
            </a:r>
            <a:endParaRPr lang="en-US" b="1" dirty="0" smtClean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r>
              <a:rPr lang="en-US" b="1" dirty="0" smtClean="0">
                <a:latin typeface="Arial Narrow" panose="020B0606020202030204" pitchFamily="34" charset="0"/>
              </a:rPr>
              <a:t>Paper II:</a:t>
            </a:r>
          </a:p>
          <a:p>
            <a:r>
              <a:rPr lang="en-US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APA Format – Link to Full Paper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Paper III:</a:t>
            </a:r>
          </a:p>
          <a:p>
            <a:r>
              <a:rPr lang="en-US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APA Format – Link to Full Paper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Paper IV:</a:t>
            </a:r>
          </a:p>
          <a:p>
            <a:r>
              <a:rPr lang="en-US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APA Format – Link to Full Paper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1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Impact of the Proposed Research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CS6501 Project I PGP, ICER, VIT Bangalore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2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210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Narrow</vt:lpstr>
      <vt:lpstr>Calibri</vt:lpstr>
      <vt:lpstr>Calibri Light</vt:lpstr>
      <vt:lpstr>Office Theme</vt:lpstr>
      <vt:lpstr>Project Title: Domain:  </vt:lpstr>
      <vt:lpstr>Problem Statement</vt:lpstr>
      <vt:lpstr>Dataset</vt:lpstr>
      <vt:lpstr>Review of Related Literature</vt:lpstr>
      <vt:lpstr>Impact of the Proposed Research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Domain:</dc:title>
  <dc:creator>Angay</dc:creator>
  <cp:lastModifiedBy>Angay</cp:lastModifiedBy>
  <cp:revision>6</cp:revision>
  <dcterms:created xsi:type="dcterms:W3CDTF">2023-11-15T14:09:37Z</dcterms:created>
  <dcterms:modified xsi:type="dcterms:W3CDTF">2023-11-15T14:34:50Z</dcterms:modified>
</cp:coreProperties>
</file>